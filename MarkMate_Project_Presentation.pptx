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05840"/>
            <a:ext cx="10362895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  <a:latin typeface="Calibri"/>
              </a:defRPr>
            </a:pPr>
            <a:r>
              <a:t>MARKMATE</a:t>
            </a:r>
          </a:p>
          <a:p>
            <a:pPr>
              <a:defRPr sz="2400" b="1">
                <a:solidFill>
                  <a:srgbClr val="F1F5F9"/>
                </a:solidFill>
                <a:latin typeface="Calibri"/>
              </a:defRPr>
            </a:pPr>
            <a:r>
              <a:t>Multi-Portal Student Attendance &amp; Department Management System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An automated, full-stack institution portal supporting Civil, Mechanical, Computer Science departments with dedicated Admin, Teacher, and Student portals and automated &lt;75% RED threshold alerts.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✨ Portals: Admin Dashboard • Teacher Portal (Dept-based) • Student Portal (&lt;75% RED Alert)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🛠️ Tech Stack: Python Flask • SQLAlchemy ORM • Dual MySQL/SQLite • Bootstrap 5 Glassmorphism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Calibri"/>
              </a:defRPr>
            </a:pPr>
            <a:r>
              <a:t>MARKMATE MULTI-PORTAL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Calibri"/>
              </a:defRPr>
            </a:pPr>
            <a:r>
              <a:t>Problem Statement &amp;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❌ Traditional Academic Challenges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Time-Consuming Roll Calls: Manual registers take away 10-15 minutes of active lecture time.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Lack of Department Isolation: Faculty teachers cannot filter or manage students by Civil, Mechanical, or Computer Science.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Unaware of Attendance Shortages: Students discover attendance shortages (&lt;75%) too late at exam time.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No Centralized Student Visibility: Lack of self-service portals for students to inspect daily attendance history.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💡 The MarkMate Solution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Multi-Role Portals: Role-based access for Admin, Department Teachers, and Students.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Department-Based Marking: Teachers log in and mark attendance specifically for Civil, ME, CS students.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Automated &lt;75% RED Threshold Alert: Instant red alert card &amp; gauge highlight when student attendance &lt;75%.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Live Dashboard Analytics: Real-time counter metrics, present/absent stats, and exportable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Calibri"/>
              </a:defRPr>
            </a:pPr>
            <a:r>
              <a:t>MARKMATE MULTI-PORTAL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Calibri"/>
              </a:defRPr>
            </a:pPr>
            <a:r>
              <a:t>Multi-Portal Ecosystem &amp; Access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🛡️ Admin Dashboard</a:t>
            </a:r>
          </a:p>
          <a:p>
            <a:pPr>
              <a:spcBef>
                <a:spcPts val="400"/>
              </a:spcBef>
              <a:defRPr sz="1200" b="1">
                <a:solidFill>
                  <a:srgbClr val="94A3B8"/>
                </a:solidFill>
              </a:defRPr>
            </a:pPr>
            <a:r>
              <a:t>Centralized System Management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Manage faculty teachers (Add/Edit/Delete)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Filter students per department (Civil, ME, CS, IT)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Department breakdown cards &amp; teacher counts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System-wide daily attendance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👨‍🏫 Teacher Portal</a:t>
            </a:r>
          </a:p>
          <a:p>
            <a:pPr>
              <a:spcBef>
                <a:spcPts val="400"/>
              </a:spcBef>
              <a:defRPr sz="1200" b="1">
                <a:solidFill>
                  <a:srgbClr val="94A3B8"/>
                </a:solidFill>
              </a:defRPr>
            </a:pPr>
            <a:r>
              <a:t>Department-Isolated Interface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Dedicated login for Civil, ME, CS teachers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Mark daily attendance for department students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Department attendance rate analytics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Historical logs filterable by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🎓 Student Portal</a:t>
            </a:r>
          </a:p>
          <a:p>
            <a:pPr>
              <a:spcBef>
                <a:spcPts val="400"/>
              </a:spcBef>
              <a:defRPr sz="1200" b="1">
                <a:solidFill>
                  <a:srgbClr val="94A3B8"/>
                </a:solidFill>
              </a:defRPr>
            </a:pPr>
            <a:r>
              <a:t>Self-Service &amp; Threshold Alert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Individual roll number authentication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Overall percentage calculation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RED Alert Banner if attendance &lt; 75%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Full daily attendance record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Calibri"/>
              </a:defRPr>
            </a:pPr>
            <a:r>
              <a:t>MARKMATE MULTI-PORTAL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Calibri"/>
              </a:defRPr>
            </a:pPr>
            <a:r>
              <a:t>Department-Wise Teacher &amp; Student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💻 Computer Science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Faculty: Prof. Rajesh Sharma &amp; Prof. Vikram Singh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Manages CS101, CS102, CS103, CS104 student rosters &amp; semester attendance.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745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⚙️ Mechanical Engineering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Faculty: Prof. Suresh Verma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Manages ME101, ME102 student rosters and laboratory attendance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🏗️ Civil Engineering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Faculty: Prof. Ananya Gupta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Manages CE101, CE102 student rosters and structural batch attendance.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3434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🌐 Information Technology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Faculty: Department Assigned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Manages IT101, IT102, IT103 student rosters and practical sessions.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Calibri"/>
              </a:defRPr>
            </a:pPr>
            <a:r>
              <a:t>MARKMATE MULTI-PORTAL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Calibri"/>
              </a:defRPr>
            </a:pPr>
            <a:r>
              <a:t>Automated 75% Attendance Red Threshold Alert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📐 Threshold Calculation Engine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Formula: Percentage = (Attended Classes / Total Conducted) * 100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Threshold Rule: If overall attendance &lt; 75.0%, trigger RED Alert UI.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Compliant Rule: If overall attendance &gt;= 75.0%, display Green Good Standing.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Automatic Evaluation: Calculated dynamically on every student dashboard access.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Early Intervention: Enables students to take corrective action prior to exam eligibility cutoff.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⚠️ Red Threshold Visual Reaction (&lt; 75%)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1. Pulsing Red Alert Banner: Prominent warning box notifying the exact shortage.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2. Red Stat Gauge: Stat percentage card highlights in vivid Red (e.g. 33.3%).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3. Red Progress Bar: High-contrast red bar indicating critical threshold shortage.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4. Badge Highlight: 'Below 75% Threshold' badge displayed on profile header.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Calibri"/>
              </a:defRPr>
            </a:pPr>
            <a:r>
              <a:t>MARKMATE MULTI-PORTAL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Calibri"/>
              </a:defRPr>
            </a:pPr>
            <a:r>
              <a:t>Technology Architecture &amp; Security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BACKEND FRAMEWORK</a:t>
            </a:r>
          </a:p>
          <a:p>
            <a:pPr>
              <a:defRPr sz="1500" b="1">
                <a:solidFill>
                  <a:srgbClr val="F1F5F9"/>
                </a:solidFill>
              </a:defRPr>
            </a:pPr>
            <a:r>
              <a:t>Python 3 &amp; Flask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745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Flask Blueprints (Auth, Admin, Teachers, Teacher Portal, Student Portal, Attendance).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DATABASE &amp; ORM</a:t>
            </a:r>
          </a:p>
          <a:p>
            <a:pPr>
              <a:defRPr sz="1500" b="1">
                <a:solidFill>
                  <a:srgbClr val="F1F5F9"/>
                </a:solidFill>
              </a:defRPr>
            </a:pPr>
            <a:r>
              <a:t>SQLAlchemy &amp; Dual MySQL/SQLite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06324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SQLAlchemy ORM with relational foreign key cascading and date uniqueness constraints.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&amp; AUTH</a:t>
            </a:r>
          </a:p>
          <a:p>
            <a:pPr>
              <a:defRPr sz="1500" b="1">
                <a:solidFill>
                  <a:srgbClr val="F1F5F9"/>
                </a:solidFill>
              </a:defRPr>
            </a:pPr>
            <a:r>
              <a:t>Werkzeug Hashing &amp; Role Decorators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25196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Scrypt password hashing, session management, `@admin_required`, `@teacher_required`, `@student_required`.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FRONTEND &amp; STYLING</a:t>
            </a:r>
          </a:p>
          <a:p>
            <a:pPr>
              <a:defRPr sz="1500" b="1">
                <a:solidFill>
                  <a:srgbClr val="F1F5F9"/>
                </a:solidFill>
              </a:defRPr>
            </a:pPr>
            <a:r>
              <a:t>HTML5, Vanilla CSS &amp; Bootstrap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44068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Modern glassmorphism UI, Outfit/Plus Jakarta typography, animated counter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Calibri"/>
              </a:defRPr>
            </a:pPr>
            <a:r>
              <a:t>MARKMATE MULTI-PORTAL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Calibri"/>
              </a:defRPr>
            </a:pPr>
            <a:r>
              <a:t>Database Schema &amp; Relational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Teacher Entity</a:t>
            </a:r>
          </a:p>
          <a:p>
            <a:pPr>
              <a:spcBef>
                <a:spcPts val="400"/>
              </a:spcBef>
              <a:defRPr sz="1200" b="1">
                <a:solidFill>
                  <a:srgbClr val="94A3B8"/>
                </a:solidFill>
              </a:defRPr>
            </a:pPr>
            <a:r>
              <a:t>Table: `teachers`</a:t>
            </a:r>
          </a:p>
          <a:p>
            <a:pPr>
              <a:spcBef>
                <a:spcPts val="1200"/>
              </a:spcBef>
              <a:defRPr sz="1300" b="1">
                <a:solidFill>
                  <a:srgbClr val="F1F5F9"/>
                </a:solidFill>
              </a:defRPr>
            </a:pPr>
            <a:r>
              <a:t>Attributes: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id (PK, Integer)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username (Unique)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password (Hashed)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name (String)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department (String)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email (String)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Student Entity</a:t>
            </a:r>
          </a:p>
          <a:p>
            <a:pPr>
              <a:spcBef>
                <a:spcPts val="400"/>
              </a:spcBef>
              <a:defRPr sz="1200" b="1">
                <a:solidFill>
                  <a:srgbClr val="94A3B8"/>
                </a:solidFill>
              </a:defRPr>
            </a:pPr>
            <a:r>
              <a:t>Table: `students`</a:t>
            </a:r>
          </a:p>
          <a:p>
            <a:pPr>
              <a:spcBef>
                <a:spcPts val="1200"/>
              </a:spcBef>
              <a:defRPr sz="1300" b="1">
                <a:solidFill>
                  <a:srgbClr val="F1F5F9"/>
                </a:solidFill>
              </a:defRPr>
            </a:pPr>
            <a:r>
              <a:t>Attributes: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id (PK, Integer)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roll_number (Unique)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name (String)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department (String)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semester (String)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password (Hashed)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Attendance Entity</a:t>
            </a:r>
          </a:p>
          <a:p>
            <a:pPr>
              <a:spcBef>
                <a:spcPts val="400"/>
              </a:spcBef>
              <a:defRPr sz="1200" b="1">
                <a:solidFill>
                  <a:srgbClr val="94A3B8"/>
                </a:solidFill>
              </a:defRPr>
            </a:pPr>
            <a:r>
              <a:t>Table: `attendance`</a:t>
            </a:r>
          </a:p>
          <a:p>
            <a:pPr>
              <a:spcBef>
                <a:spcPts val="1200"/>
              </a:spcBef>
              <a:defRPr sz="1300" b="1">
                <a:solidFill>
                  <a:srgbClr val="F1F5F9"/>
                </a:solidFill>
              </a:defRPr>
            </a:pPr>
            <a:r>
              <a:t>Attributes: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id (PK, Integer)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student_id (FK)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attendance_date (Date)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status ('Present'/'Absent')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Unique(student_id, date)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Calibri"/>
              </a:defRPr>
            </a:pPr>
            <a:r>
              <a:t>MARKMATE MULTI-PORTAL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Calibri"/>
              </a:defRPr>
            </a:pPr>
            <a:r>
              <a:t>Future Roadmap &amp; Project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82F6"/>
                </a:solidFill>
              </a:defRPr>
            </a:pPr>
            <a:r>
              <a:t>📲 Automated SMS / WhatsApp Alerts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Instant automated WhatsApp alerts to parents when student attendance drops below 75%.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📸 AI Biometric / Facial Recognition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Zero-touch classroom attendance marking via camera face recognition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📊 Course &amp; Subject-Wise Tracking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Granular attendance tracking per individual course subject code and lecture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389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📱 Native Mobile Application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iOS &amp; Android mobile apps with push notifications for instant attendance updates.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B82F6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2000" b="1">
                <a:solidFill>
                  <a:srgbClr val="F1F5F9"/>
                </a:solidFill>
              </a:defRPr>
            </a:pPr>
            <a:r>
              <a:t>MarkMate • Multi-Portal Student Attendance &amp; Department System</a:t>
            </a:r>
          </a:p>
          <a:p>
            <a:pPr algn="ctr">
              <a:spcBef>
                <a:spcPts val="2400"/>
              </a:spcBef>
              <a:defRPr sz="2400" b="1">
                <a:solidFill>
                  <a:srgbClr val="10B981"/>
                </a:solidFill>
              </a:defRPr>
            </a:pPr>
            <a:r>
              <a:t>Questions &amp; Answers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