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EA5E9"/>
                </a:solidFill>
                <a:latin typeface="Calibri"/>
              </a:defRPr>
            </a:pPr>
            <a:r>
              <a:t>MARKMATE</a:t>
            </a:r>
          </a:p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Modern Student Attendance Management System</a:t>
            </a:r>
          </a:p>
          <a:p>
            <a:pPr>
              <a:spcBef>
                <a:spcPts val="1400"/>
              </a:spcBef>
              <a:defRPr sz="1500">
                <a:solidFill>
                  <a:srgbClr val="94A3B8"/>
                </a:solidFill>
                <a:latin typeface="Calibri"/>
              </a:defRPr>
            </a:pPr>
            <a:r>
              <a:t>A sleek, automated full-stack web application designed for academic institution attendance tracking &amp; record management.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Calibri"/>
              </a:defRPr>
            </a:pPr>
            <a:r>
              <a:t>Tech Stack: Python Flask • SQLAlchemy • MySQL / SQLite • Bootstrap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Problem Statement &amp;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43F5E"/>
                </a:solidFill>
              </a:defRPr>
            </a:pPr>
            <a:r>
              <a:t>❌ Traditional Challenges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Manual Roll Calls: Time-consuming and takes away valuable lecture time.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Human Errors: High risk of miscalculated attendance totals and lost paper registers.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Lack of Real-time Visibility: Students and faculty lack instant access to daily presence logs.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Audit Difficulties: Searching historical records for specific dates or students is tedious.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💡 The MarkMate Solution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1-Click Attendance Marking: Instant interactive radio toggles for fast classroom logging.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Centralized Dashboard: Live visual metric counters for Total, Present, and Absent counts.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Duplicate Prevention: Automated database checks prevent double-marking for the same date.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• Search &amp; Filtering: Filter historical attendance records by student name, roll number, or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Key Features &amp; Capabilities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🔒 Admin Authentication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Secure login system powered by Werkzeug password hashing session management to safeguard administrative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📊 Analytics Dashboard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Real-time summary metric cards displaying Total Enrolled Students, Present Today, Absent Today, and latest activity 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👨‍🎓 Student Management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Complete CRUD operations: Add new students, edit profiles, search records, and delete with modal confirmation.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📝 Smart Attendance Marking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Auto-loads active students with smart date selection and radio buttons for seamless Present / Absent 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11480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🔍 Filterable Attendance Logs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Comprehensive historical records table with status badges (Green/Red) and multi-parameter filters.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11480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⚡ Dual Database Architecture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Designed to run seamlessly on production MySQL or instant zero-config fallback on SQLite.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Technology Architecture &amp;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BACKEND FRAMEWORK</a:t>
            </a:r>
          </a:p>
          <a:p>
            <a:pPr>
              <a:defRPr sz="1600" b="1">
                <a:solidFill>
                  <a:srgbClr val="F1F5F9"/>
                </a:solidFill>
              </a:defRPr>
            </a:pPr>
            <a:r>
              <a:t>Python 3 &amp; Flask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Flask Blueprints for modular route segregation &amp; clean MVC architecture.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69848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DATABASE &amp; ORM</a:t>
            </a:r>
          </a:p>
          <a:p>
            <a:pPr>
              <a:defRPr sz="1600" b="1">
                <a:solidFill>
                  <a:srgbClr val="F1F5F9"/>
                </a:solidFill>
              </a:defRPr>
            </a:pPr>
            <a:r>
              <a:t>SQLAlchemy &amp; MySQL /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06324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SQLAlchemy ORM for database abstraction, schema migrations,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069848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FRONTEND &amp; STYLING</a:t>
            </a:r>
          </a:p>
          <a:p>
            <a:pPr>
              <a:defRPr sz="1600" b="1">
                <a:solidFill>
                  <a:srgbClr val="F1F5F9"/>
                </a:solidFill>
              </a:defRPr>
            </a:pPr>
            <a:r>
              <a:t>HTML5, CSS3, Bootstrap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25196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Modern, responsive UI with customized dark-themed CSS and Bootstrap Icons.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SECURITY &amp; AUTH</a:t>
            </a:r>
          </a:p>
          <a:p>
            <a:pPr>
              <a:defRPr sz="1600" b="1">
                <a:solidFill>
                  <a:srgbClr val="F1F5F9"/>
                </a:solidFill>
              </a:defRPr>
            </a:pPr>
            <a:r>
              <a:t>Werkzeug Security &amp;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440680"/>
            <a:ext cx="7040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Cryptographic password hashing and protected endpoint route decorators.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Database Schema &amp; Entity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Admin Entity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Table: `admins`</a:t>
            </a:r>
          </a:p>
          <a:p>
            <a:pPr>
              <a:spcBef>
                <a:spcPts val="1400"/>
              </a:spcBef>
              <a:defRPr sz="1300" b="1">
                <a:solidFill>
                  <a:srgbClr val="F1F5F9"/>
                </a:solidFill>
              </a:defRPr>
            </a:pPr>
            <a:r>
              <a:t>Schema Attributes: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id (Integer, Primary Key)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username (String, Unique)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password_hash (String)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created_at (DateTime)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set_password() / check_password()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Student Entity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Table: `students`</a:t>
            </a:r>
          </a:p>
          <a:p>
            <a:pPr>
              <a:spcBef>
                <a:spcPts val="1400"/>
              </a:spcBef>
              <a:defRPr sz="1300" b="1">
                <a:solidFill>
                  <a:srgbClr val="F1F5F9"/>
                </a:solidFill>
              </a:defRPr>
            </a:pPr>
            <a:r>
              <a:t>Schema Attributes: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id (Integer, Primary Key)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roll_number (String, Unique)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name (String, Not Null)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department (String)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semester (String)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attendance_records (1-to-Many)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Attendance Entity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Table: `attendance`</a:t>
            </a:r>
          </a:p>
          <a:p>
            <a:pPr>
              <a:spcBef>
                <a:spcPts val="1400"/>
              </a:spcBef>
              <a:defRPr sz="1300" b="1">
                <a:solidFill>
                  <a:srgbClr val="F1F5F9"/>
                </a:solidFill>
              </a:defRPr>
            </a:pPr>
            <a:r>
              <a:t>Schema Attributes: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id (Integer, Primary Key)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student_id (Foreign Key -&gt; students.id)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attendance_date (Date)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status ('Present' / 'Absent')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UniqueConstraint(student_id, date)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System Workflow &amp; User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468880" cy="40233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1. Authentication</a:t>
            </a:r>
          </a:p>
          <a:p>
            <a:pPr>
              <a:spcBef>
                <a:spcPts val="1600"/>
              </a:spcBef>
              <a:defRPr sz="1300">
                <a:solidFill>
                  <a:srgbClr val="F1F5F9"/>
                </a:solidFill>
              </a:defRPr>
            </a:pPr>
            <a:r>
              <a:t>Admin logs into system using hashed credentials via Werkzeug protected auth endpoint.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40233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9456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2. Student Enrollment</a:t>
            </a:r>
          </a:p>
          <a:p>
            <a:pPr>
              <a:spcBef>
                <a:spcPts val="1600"/>
              </a:spcBef>
              <a:defRPr sz="1300">
                <a:solidFill>
                  <a:srgbClr val="F1F5F9"/>
                </a:solidFill>
              </a:defRPr>
            </a:pPr>
            <a:r>
              <a:t>Faculty/Admin registers student profiles with unique Roll Numbers, Department &amp; Semester.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468880" cy="40233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3. Attendance Entry</a:t>
            </a:r>
          </a:p>
          <a:p>
            <a:pPr>
              <a:spcBef>
                <a:spcPts val="1600"/>
              </a:spcBef>
              <a:defRPr sz="1300">
                <a:solidFill>
                  <a:srgbClr val="F1F5F9"/>
                </a:solidFill>
              </a:defRPr>
            </a:pPr>
            <a:r>
              <a:t>Select date, view full class roster, mark status via toggles, submit single bulk transaction.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468880" cy="40233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19456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4. Real-time Analysis</a:t>
            </a:r>
          </a:p>
          <a:p>
            <a:pPr>
              <a:spcBef>
                <a:spcPts val="1600"/>
              </a:spcBef>
              <a:defRPr sz="1300">
                <a:solidFill>
                  <a:srgbClr val="F1F5F9"/>
                </a:solidFill>
              </a:defRPr>
            </a:pPr>
            <a:r>
              <a:t>Dashboard instantly recalculates statistics &amp; attendance records log reflects new updates.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Calibri"/>
              </a:defRPr>
            </a:pPr>
            <a:r>
              <a:t>MARKMATE ATTENDANCE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  <a:latin typeface="Calibri"/>
              </a:defRPr>
            </a:pPr>
            <a:r>
              <a:t>Future Enhancements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📁 Automated Export Reports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Download daily/monthly attendance history into formatted CSV, Excel, or PDF reports for academic audits.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</a:defRPr>
            </a:pPr>
            <a:r>
              <a:t>⚠️ Threshold &amp; Low-Attendance Alerts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Automatic warning flags &amp; notifications for students dropping below mandatory thresholds (e.g. &lt; 75%).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📱 Student &amp; Parent Portal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Dedicated student dashboard view allowing individual self-check of attendance history &amp; subject percentage.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38912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📸 Dynamic QR &amp; AI Attendance</a:t>
            </a:r>
          </a:p>
          <a:p>
            <a:pPr>
              <a:spcBef>
                <a:spcPts val="1000"/>
              </a:spcBef>
              <a:defRPr sz="1300">
                <a:solidFill>
                  <a:srgbClr val="F1F5F9"/>
                </a:solidFill>
              </a:defRPr>
            </a:pPr>
            <a:r>
              <a:t>Integration with facial recognition or dynamic QR codes projected in class for automated zero-contact attendance.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340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EA5E9"/>
                </a:solidFill>
              </a:defRPr>
            </a:pPr>
            <a:r>
              <a:t>Thank You!</a:t>
            </a:r>
          </a:p>
          <a:p>
            <a:pPr algn="ctr">
              <a:spcBef>
                <a:spcPts val="1400"/>
              </a:spcBef>
              <a:defRPr sz="2000" b="1">
                <a:solidFill>
                  <a:srgbClr val="F1F5F9"/>
                </a:solidFill>
              </a:defRPr>
            </a:pPr>
            <a:r>
              <a:t>MarkMate - Automated Student Attendance Management System</a:t>
            </a:r>
          </a:p>
          <a:p>
            <a:pPr algn="ctr">
              <a:spcBef>
                <a:spcPts val="2400"/>
              </a:spcBef>
              <a:defRPr sz="2400" b="1">
                <a:solidFill>
                  <a:srgbClr val="10B981"/>
                </a:solidFill>
              </a:defRPr>
            </a:pPr>
            <a:r>
              <a:t>Questions &amp; Answers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